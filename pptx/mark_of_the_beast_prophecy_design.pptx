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E6D278"/>
                </a:solidFill>
              </a:rPr>
              <a:t>Preparing for the Mark of the Beast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955" y="3172295"/>
            <a:ext cx="8050089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0F0F0"/>
                </a:solidFill>
              </a:rPr>
              <a:t>“</a:t>
            </a:r>
            <a:r>
              <a:rPr sz="2400" dirty="0">
                <a:solidFill>
                  <a:srgbClr val="F0F0F0"/>
                </a:solidFill>
              </a:rPr>
              <a:t>How we live now determines the decision we will make later</a:t>
            </a:r>
            <a:r>
              <a:rPr lang="en-US" sz="2400" dirty="0">
                <a:solidFill>
                  <a:srgbClr val="F0F0F0"/>
                </a:solidFill>
              </a:rPr>
              <a:t>“ </a:t>
            </a:r>
          </a:p>
          <a:p>
            <a:pPr algn="ctr"/>
            <a:r>
              <a:rPr sz="2400" dirty="0">
                <a:solidFill>
                  <a:srgbClr val="F0F0F0"/>
                </a:solidFill>
              </a:rPr>
              <a:t>Revelation 13:16–17</a:t>
            </a:r>
            <a:endParaRPr lang="en-US" sz="2400" dirty="0">
              <a:solidFill>
                <a:srgbClr val="F0F0F0"/>
              </a:solidFill>
            </a:endParaRPr>
          </a:p>
          <a:p>
            <a:pPr algn="ctr"/>
            <a:endParaRPr lang="en-US" sz="2400" dirty="0">
              <a:solidFill>
                <a:srgbClr val="F0F0F0"/>
              </a:solidFill>
            </a:endParaRPr>
          </a:p>
          <a:p>
            <a:pPr algn="ctr"/>
            <a:endParaRPr lang="en-US" sz="2400" dirty="0">
              <a:solidFill>
                <a:srgbClr val="F0F0F0"/>
              </a:solidFill>
            </a:endParaRPr>
          </a:p>
          <a:p>
            <a:pPr algn="ctr"/>
            <a:endParaRPr lang="en-US" sz="2400" dirty="0">
              <a:solidFill>
                <a:srgbClr val="F0F0F0"/>
              </a:solidFill>
            </a:endParaRPr>
          </a:p>
          <a:p>
            <a:pPr algn="r"/>
            <a:r>
              <a:rPr lang="en-US" sz="2400" dirty="0">
                <a:solidFill>
                  <a:srgbClr val="F0F0F0"/>
                </a:solidFill>
              </a:rPr>
              <a:t>- Beacon Times</a:t>
            </a:r>
            <a:endParaRPr sz="2400" dirty="0">
              <a:solidFill>
                <a:srgbClr val="F0F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A Serious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428" y="2286000"/>
            <a:ext cx="729315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0F0F0"/>
                </a:solidFill>
              </a:rPr>
              <a:t>Most of Adventists, will receive the mark of the beast</a:t>
            </a:r>
            <a:r>
              <a:rPr sz="2400" dirty="0">
                <a:solidFill>
                  <a:srgbClr val="F0F0F0"/>
                </a:solidFill>
              </a:rPr>
              <a:t>.
</a:t>
            </a:r>
            <a:r>
              <a:rPr lang="en-US" sz="2400" dirty="0">
                <a:solidFill>
                  <a:srgbClr val="F0F0F0"/>
                </a:solidFill>
              </a:rPr>
              <a:t>Not because they were unaware about the truth</a:t>
            </a:r>
            <a:r>
              <a:rPr sz="2400" dirty="0">
                <a:solidFill>
                  <a:srgbClr val="F0F0F0"/>
                </a:solidFill>
              </a:rPr>
              <a:t>,
</a:t>
            </a:r>
            <a:r>
              <a:rPr lang="en-US" sz="2400" dirty="0">
                <a:solidFill>
                  <a:srgbClr val="F0F0F0"/>
                </a:solidFill>
              </a:rPr>
              <a:t>rather, it’s because of "</a:t>
            </a:r>
            <a:r>
              <a:rPr sz="2400" b="1" u="sng" dirty="0">
                <a:solidFill>
                  <a:srgbClr val="F0F0F0"/>
                </a:solidFill>
              </a:rPr>
              <a:t>conformity</a:t>
            </a:r>
            <a:r>
              <a:rPr lang="en-US" sz="2400" dirty="0">
                <a:solidFill>
                  <a:srgbClr val="F0F0F0"/>
                </a:solidFill>
              </a:rPr>
              <a:t>"</a:t>
            </a:r>
            <a:r>
              <a:rPr sz="2400" dirty="0">
                <a:solidFill>
                  <a:srgbClr val="F0F0F0"/>
                </a:solidFill>
              </a:rPr>
              <a:t> to the world customs.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The Spirit Behind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821" y="2286000"/>
            <a:ext cx="753635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solidFill>
                  <a:srgbClr val="F0F0F0"/>
                </a:solidFill>
              </a:rPr>
              <a:t>The </a:t>
            </a:r>
            <a:r>
              <a:rPr lang="en-US" sz="2400" dirty="0">
                <a:solidFill>
                  <a:srgbClr val="F0F0F0"/>
                </a:solidFill>
              </a:rPr>
              <a:t>S</a:t>
            </a:r>
            <a:r>
              <a:rPr sz="2400" dirty="0">
                <a:solidFill>
                  <a:srgbClr val="F0F0F0"/>
                </a:solidFill>
              </a:rPr>
              <a:t>pirit of the </a:t>
            </a:r>
            <a:r>
              <a:rPr lang="en-US" sz="2400" dirty="0">
                <a:solidFill>
                  <a:srgbClr val="F0F0F0"/>
                </a:solidFill>
              </a:rPr>
              <a:t>P</a:t>
            </a:r>
            <a:r>
              <a:rPr sz="2400" dirty="0">
                <a:solidFill>
                  <a:srgbClr val="F0F0F0"/>
                </a:solidFill>
              </a:rPr>
              <a:t>apacy
</a:t>
            </a:r>
            <a:r>
              <a:rPr lang="en-US" sz="2400" dirty="0">
                <a:solidFill>
                  <a:srgbClr val="F0F0F0"/>
                </a:solidFill>
              </a:rPr>
              <a:t>What is the Spirit of the Papacy</a:t>
            </a:r>
            <a:r>
              <a:rPr sz="2400" dirty="0">
                <a:solidFill>
                  <a:srgbClr val="F0F0F0"/>
                </a:solidFill>
              </a:rPr>
              <a:t>?
</a:t>
            </a:r>
            <a:r>
              <a:rPr lang="en-US" sz="2400" dirty="0">
                <a:solidFill>
                  <a:srgbClr val="F0F0F0"/>
                </a:solidFill>
              </a:rPr>
              <a:t>It’s the spirit that wants/seek resemblance with the world</a:t>
            </a:r>
            <a:r>
              <a:rPr sz="2400" dirty="0">
                <a:solidFill>
                  <a:srgbClr val="F0F0F0"/>
                </a:solidFill>
              </a:rPr>
              <a:t>.
James 4:4 – 'Friendship with the world is enmity with God.'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Warning from Maranatha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248" y="2286000"/>
            <a:ext cx="886550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solidFill>
                  <a:srgbClr val="F0F0F0"/>
                </a:solidFill>
              </a:rPr>
              <a:t>Maranatha – Ellen G. White (p.240)
“Those who are uniting with the world are receiving the worldly mold</a:t>
            </a:r>
            <a:endParaRPr lang="en-US" sz="2400" dirty="0">
              <a:solidFill>
                <a:srgbClr val="F0F0F0"/>
              </a:solidFill>
            </a:endParaRPr>
          </a:p>
          <a:p>
            <a:pPr algn="ctr"/>
            <a:r>
              <a:rPr sz="2400" dirty="0">
                <a:solidFill>
                  <a:srgbClr val="F0F0F0"/>
                </a:solidFill>
              </a:rPr>
              <a:t> and preparing for the mark of the beast.”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What Many People Think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4974" y="2286000"/>
            <a:ext cx="661405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0F0F0"/>
                </a:solidFill>
              </a:rPr>
              <a:t>Most of people think that when that time of saying,</a:t>
            </a:r>
            <a:r>
              <a:rPr sz="2400" dirty="0">
                <a:solidFill>
                  <a:srgbClr val="F0F0F0"/>
                </a:solidFill>
              </a:rPr>
              <a:t>
</a:t>
            </a:r>
            <a:r>
              <a:rPr lang="en-US" sz="2400" dirty="0">
                <a:solidFill>
                  <a:srgbClr val="F0F0F0"/>
                </a:solidFill>
              </a:rPr>
              <a:t>-These are having the Seal of GOD</a:t>
            </a:r>
          </a:p>
          <a:p>
            <a:pPr algn="ctr"/>
            <a:r>
              <a:rPr lang="en-US" sz="2400" dirty="0">
                <a:solidFill>
                  <a:srgbClr val="F0F0F0"/>
                </a:solidFill>
              </a:rPr>
              <a:t>-These are having the mark of the beast</a:t>
            </a:r>
            <a:r>
              <a:rPr sz="2400" dirty="0">
                <a:solidFill>
                  <a:srgbClr val="F0F0F0"/>
                </a:solidFill>
              </a:rPr>
              <a:t>
</a:t>
            </a:r>
            <a:endParaRPr lang="en-US" sz="2400" dirty="0">
              <a:solidFill>
                <a:srgbClr val="F0F0F0"/>
              </a:solidFill>
            </a:endParaRPr>
          </a:p>
          <a:p>
            <a:pPr algn="ctr"/>
            <a:r>
              <a:rPr lang="en-US" sz="2400" dirty="0">
                <a:solidFill>
                  <a:srgbClr val="F0F0F0"/>
                </a:solidFill>
              </a:rPr>
              <a:t>(As we all know that time has not yet come, right?)</a:t>
            </a:r>
            <a:endParaRPr sz="2400" dirty="0">
              <a:solidFill>
                <a:srgbClr val="F0F0F0"/>
              </a:solidFill>
            </a:endParaRPr>
          </a:p>
        </p:txBody>
      </p:sp>
    </p:spTree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The 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811" y="2286000"/>
            <a:ext cx="752237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0F0F0"/>
                </a:solidFill>
              </a:rPr>
              <a:t>So most of us think that when the day comes we’ll just say:</a:t>
            </a:r>
          </a:p>
          <a:p>
            <a:pPr algn="ctr"/>
            <a:endParaRPr lang="en-US" sz="2400" dirty="0">
              <a:solidFill>
                <a:srgbClr val="F0F0F0"/>
              </a:solidFill>
            </a:endParaRPr>
          </a:p>
          <a:p>
            <a:pPr algn="ctr"/>
            <a:r>
              <a:rPr lang="en-US" sz="2400" dirty="0">
                <a:solidFill>
                  <a:srgbClr val="F0F0F0"/>
                </a:solidFill>
              </a:rPr>
              <a:t>- “Saturday is the Sabbath day”</a:t>
            </a:r>
            <a:r>
              <a:rPr sz="2400" dirty="0">
                <a:solidFill>
                  <a:srgbClr val="F0F0F0"/>
                </a:solidFill>
              </a:rPr>
              <a:t>
- </a:t>
            </a:r>
            <a:r>
              <a:rPr lang="en-US" sz="2400" dirty="0">
                <a:solidFill>
                  <a:srgbClr val="F0F0F0"/>
                </a:solidFill>
              </a:rPr>
              <a:t>“We’ll be persecuted and killed”</a:t>
            </a:r>
            <a:r>
              <a:rPr sz="2400" dirty="0">
                <a:solidFill>
                  <a:srgbClr val="F0F0F0"/>
                </a:solidFill>
              </a:rPr>
              <a:t>
- </a:t>
            </a:r>
            <a:r>
              <a:rPr lang="en-US" sz="2400" dirty="0">
                <a:solidFill>
                  <a:srgbClr val="F0F0F0"/>
                </a:solidFill>
              </a:rPr>
              <a:t>“We’ll go to Heaven”</a:t>
            </a:r>
            <a:r>
              <a:rPr sz="2400" dirty="0">
                <a:solidFill>
                  <a:srgbClr val="F0F0F0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443" y="2286000"/>
            <a:ext cx="7809125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F0F0F0"/>
                </a:solidFill>
              </a:rPr>
              <a:t>Also one person asks,</a:t>
            </a:r>
          </a:p>
          <a:p>
            <a:pPr algn="ctr"/>
            <a:endParaRPr lang="en-US" sz="2400" dirty="0">
              <a:solidFill>
                <a:srgbClr val="F0F0F0"/>
              </a:solidFill>
            </a:endParaRPr>
          </a:p>
          <a:p>
            <a:pPr algn="ctr"/>
            <a:r>
              <a:rPr lang="en-US" sz="2400" dirty="0">
                <a:solidFill>
                  <a:srgbClr val="F0F0F0"/>
                </a:solidFill>
              </a:rPr>
              <a:t>“Will Seventh-Day Adventists receive the mark of the beast</a:t>
            </a:r>
            <a:r>
              <a:rPr sz="2400" dirty="0">
                <a:solidFill>
                  <a:srgbClr val="F0F0F0"/>
                </a:solidFill>
              </a:rPr>
              <a:t>?</a:t>
            </a:r>
            <a:r>
              <a:rPr lang="en-US" sz="2400" dirty="0">
                <a:solidFill>
                  <a:srgbClr val="F0F0F0"/>
                </a:solidFill>
              </a:rPr>
              <a:t>"</a:t>
            </a:r>
            <a:r>
              <a:rPr sz="2400" dirty="0">
                <a:solidFill>
                  <a:srgbClr val="F0F0F0"/>
                </a:solidFill>
              </a:rPr>
              <a:t>
</a:t>
            </a:r>
            <a:r>
              <a:rPr lang="en-US" sz="2400" dirty="0">
                <a:solidFill>
                  <a:srgbClr val="F0F0F0"/>
                </a:solidFill>
              </a:rPr>
              <a:t>In </a:t>
            </a:r>
            <a:r>
              <a:rPr sz="2400" dirty="0">
                <a:solidFill>
                  <a:srgbClr val="F0F0F0"/>
                </a:solidFill>
              </a:rPr>
              <a:t>Revelation</a:t>
            </a:r>
            <a:r>
              <a:rPr lang="en-US" sz="2400" dirty="0">
                <a:solidFill>
                  <a:srgbClr val="F0F0F0"/>
                </a:solidFill>
              </a:rPr>
              <a:t> prophecy</a:t>
            </a:r>
            <a:r>
              <a:rPr sz="2400" dirty="0">
                <a:solidFill>
                  <a:srgbClr val="F0F0F0"/>
                </a:solidFill>
              </a:rPr>
              <a:t>,
</a:t>
            </a:r>
            <a:r>
              <a:rPr lang="en-US" sz="2400" dirty="0">
                <a:solidFill>
                  <a:srgbClr val="F0F0F0"/>
                </a:solidFill>
              </a:rPr>
              <a:t>the main question is “who will you worship?”</a:t>
            </a:r>
            <a:r>
              <a:rPr sz="2400" dirty="0">
                <a:solidFill>
                  <a:srgbClr val="F0F0F0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The Key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8118" y="2286000"/>
            <a:ext cx="470776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F0F0F0"/>
                </a:solidFill>
              </a:rPr>
              <a:t>The decision you'll make later
depends on how you live now</a:t>
            </a:r>
            <a:r>
              <a:rPr sz="2400" dirty="0">
                <a:solidFill>
                  <a:srgbClr val="F0F0F0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Character Determines the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712" y="2286000"/>
            <a:ext cx="7584577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solidFill>
                  <a:srgbClr val="F0F0F0"/>
                </a:solidFill>
              </a:rPr>
              <a:t>How you live now
will determine which choice you'll pick then.
Luke 16:10 </a:t>
            </a:r>
            <a:endParaRPr lang="en-US" sz="2400" dirty="0">
              <a:solidFill>
                <a:srgbClr val="F0F0F0"/>
              </a:solidFill>
            </a:endParaRPr>
          </a:p>
          <a:p>
            <a:pPr algn="ctr"/>
            <a:r>
              <a:rPr sz="2400" dirty="0">
                <a:solidFill>
                  <a:srgbClr val="F0F0F0"/>
                </a:solidFill>
              </a:rPr>
              <a:t>– 'He who is faithful in what is least is faithful also in much.'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5-Point Star 2"/>
          <p:cNvSpPr/>
          <p:nvPr/>
        </p:nvSpPr>
        <p:spPr>
          <a:xfrm>
            <a:off x="4572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45720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8229600" y="274320"/>
            <a:ext cx="274320" cy="274320"/>
          </a:xfrm>
          <a:prstGeom prst="star5">
            <a:avLst/>
          </a:prstGeom>
          <a:solidFill>
            <a:srgbClr val="C8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E6D278"/>
                </a:solidFill>
              </a:rPr>
              <a:t>Final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7364" y="2286000"/>
            <a:ext cx="5769272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solidFill>
                  <a:srgbClr val="F0F0F0"/>
                </a:solidFill>
              </a:rPr>
              <a:t>Preparation for the Seal of God
or the Mark of the Beast
is happening now.
</a:t>
            </a:r>
            <a:r>
              <a:rPr sz="2400" b="1" dirty="0">
                <a:solidFill>
                  <a:srgbClr val="F0F0F0"/>
                </a:solidFill>
              </a:rPr>
              <a:t>You can't live worldly
and expect to escape the mark of the beast</a:t>
            </a:r>
            <a:r>
              <a:rPr sz="2400" dirty="0">
                <a:solidFill>
                  <a:srgbClr val="F0F0F0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65914-B7F7-41B3-A5B2-042854693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31" b="28689"/>
          <a:stretch/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99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367</Words>
  <Application>Microsoft Office PowerPoint</Application>
  <PresentationFormat>On-screen Show (4:3)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7</cp:revision>
  <dcterms:created xsi:type="dcterms:W3CDTF">2013-01-27T09:14:16Z</dcterms:created>
  <dcterms:modified xsi:type="dcterms:W3CDTF">2026-03-12T14:57:51Z</dcterms:modified>
  <cp:category/>
</cp:coreProperties>
</file>